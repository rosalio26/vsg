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M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59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C7B8-9DEA-6B0F-53C4-5EE1FE7E6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3BF00-DF27-2948-72EE-28379C56B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28CC-8B38-3D6E-44F0-4405C195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625B6-E5CB-8D20-8807-CC76FA47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6590A-A0DA-5209-2084-EA87D90E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365405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05BB-D6F0-D114-2A2E-5400D5E9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0942-4311-EAD1-7507-2D4A663E8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10E6C-8FD2-6C4D-2722-7C9639C4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1C3F-694B-B0B2-F23F-5C4CAD69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97FF-9477-9562-3FDA-75453AD0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330158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272F-C35C-7438-2E38-AE11679C4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A5035-5B2A-A0F8-B155-FA4C3CA1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19ED1-0B0F-998C-9E65-F89385B0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E7F3C-E53C-C7E1-DCC0-8E1D8E96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1E0F5-6218-4B55-BBDE-D2F1B35B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192192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9634-68E9-4EDB-2C9D-B29A6A54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7553E-67ED-B6F7-D0C7-C5FEE630C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B6486-D5AA-58E8-0DE4-AFE79EBAF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0D21-19B5-23EB-6434-70232B4C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6736A-18D4-393F-09E4-89972BDD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6F2BB-DF1C-049F-0BF2-D9410213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303322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ADF7-42AF-3D1C-D3C1-42146E98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A5F59-F327-84FB-DC1D-DA859514C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F453C-5F60-7B22-7636-7A30B9725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F38EC-1381-A6B8-E21C-49A93A15E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813D0-F46D-E65C-80C7-CE2267285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FA404-86A7-7026-5461-4DEE9D4C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E3E0D-C7BA-ECA9-D15F-066978B2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69D91-891A-D95B-E94C-7EE2693F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7182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7FF4-8075-B453-D5F1-BE6FA7CC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2E5FE-2354-C5C3-AAFF-72C8383FE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344C4-8440-BA39-00B5-77328987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6CE32-B2DD-0398-2DAB-55AD791A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136524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CC1AF-2446-5E76-7FC1-00029D9C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8FFDE-9D4C-F750-4FEA-8148D4A8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2751-D994-855F-31E2-80AD3FB4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3316935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0CEB-E580-7EBC-DA63-358AF264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D0DC-9C37-3715-DC04-352C11F9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8F74B-F138-96DB-28BE-4ABD73600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66DCF-6801-7031-CC9A-BCFE57F6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C029F-254F-9349-5D1B-C5F8E856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6AE68-B532-728F-0FBF-E6BBF3E8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134913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562C-6130-C519-F12B-46487AEE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E0B36-04C8-6858-9469-13C36F924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M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B567E-6ACA-0700-769D-1A4EF4220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7D7EF-45B0-EB45-97DE-62F191C1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A65FD-0AA2-0177-52D9-AA24A6DB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3FA15-1AF4-2BAC-5761-3255D273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783316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2227-5511-6053-B414-EBBF087D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904D9-7779-46AE-6203-C90618AC3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E694-98C2-ED46-7957-376BDEC1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A991-9006-7905-F6DF-8D5F98CF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A3300-E05F-9993-31FA-959018A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194126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1B74C-9190-E52D-79CB-62F04BD24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5A494-1DD9-8F22-232C-6CE7EF2D8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FD392-1856-18E1-99B6-5790861C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CF522-65B2-047B-EDF7-2EAF98F1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43658-2734-A93B-CFAB-D06278F7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421704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BAC58-13EE-EE73-00F2-28ADA09E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27EBB-B344-7BC7-69F5-4A527AC2D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5F72-3C0A-4B86-B4E9-115C27904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7DC8C-1A9C-4869-BD74-26850BDD8534}" type="datetimeFigureOut">
              <a:rPr lang="pt-MZ" smtClean="0"/>
              <a:t>19/12/2025</a:t>
            </a:fld>
            <a:endParaRPr lang="pt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1DC8-E410-06F2-1296-3CFCD6246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003E-A0AD-1368-02CF-1BD4A3699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32262-3E28-47A7-BBDE-947F6078FE37}" type="slidenum">
              <a:rPr lang="pt-MZ" smtClean="0"/>
              <a:t>‹#›</a:t>
            </a:fld>
            <a:endParaRPr lang="pt-MZ"/>
          </a:p>
        </p:txBody>
      </p:sp>
    </p:spTree>
    <p:extLst>
      <p:ext uri="{BB962C8B-B14F-4D97-AF65-F5344CB8AC3E}">
        <p14:creationId xmlns:p14="http://schemas.microsoft.com/office/powerpoint/2010/main" val="14927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M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8202D-D80D-D561-284C-F8A40CC15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21" b="96958" l="3019" r="98113">
                        <a14:foregroundMark x1="18868" y1="13308" x2="18868" y2="13308"/>
                        <a14:foregroundMark x1="16604" y1="14449" x2="16604" y2="14449"/>
                        <a14:foregroundMark x1="53585" y1="1901" x2="53585" y2="1901"/>
                        <a14:foregroundMark x1="95094" y1="68441" x2="95094" y2="68441"/>
                        <a14:foregroundMark x1="83774" y1="85171" x2="83774" y2="85171"/>
                        <a14:foregroundMark x1="67547" y1="95057" x2="67547" y2="95057"/>
                        <a14:foregroundMark x1="35094" y1="95057" x2="35094" y2="95057"/>
                        <a14:foregroundMark x1="24906" y1="91635" x2="24906" y2="91635"/>
                        <a14:foregroundMark x1="14717" y1="81369" x2="14717" y2="81369"/>
                        <a14:foregroundMark x1="14717" y1="50190" x2="14717" y2="50190"/>
                        <a14:foregroundMark x1="3396" y1="52471" x2="3396" y2="52471"/>
                        <a14:foregroundMark x1="4528" y1="62738" x2="4528" y2="62738"/>
                        <a14:foregroundMark x1="7170" y1="73384" x2="7170" y2="73384"/>
                        <a14:foregroundMark x1="48679" y1="97338" x2="48679" y2="97338"/>
                        <a14:foregroundMark x1="85660" y1="17110" x2="85660" y2="17110"/>
                        <a14:foregroundMark x1="91321" y1="25095" x2="91321" y2="25095"/>
                        <a14:foregroundMark x1="98113" y1="42966" x2="98113" y2="42966"/>
                        <a14:foregroundMark x1="35094" y1="3422" x2="35094" y2="3422"/>
                        <a14:foregroundMark x1="30189" y1="8365" x2="30189" y2="8365"/>
                        <a14:foregroundMark x1="29811" y1="9886" x2="29811" y2="9886"/>
                        <a14:foregroundMark x1="60755" y1="5323" x2="60755" y2="5323"/>
                        <a14:foregroundMark x1="73585" y1="10266" x2="73585" y2="10266"/>
                        <a14:foregroundMark x1="79245" y1="84791" x2="79245" y2="84791"/>
                        <a14:foregroundMark x1="26792" y1="87833" x2="26792" y2="87833"/>
                        <a14:foregroundMark x1="22264" y1="85551" x2="22264" y2="85551"/>
                        <a14:foregroundMark x1="10943" y1="71103" x2="10943" y2="71103"/>
                        <a14:foregroundMark x1="5660" y1="58175" x2="5660" y2="58175"/>
                        <a14:foregroundMark x1="9811" y1="21673" x2="9811" y2="21673"/>
                        <a14:foregroundMark x1="7170" y1="64639" x2="7170" y2="64639"/>
                        <a14:foregroundMark x1="45660" y1="95437" x2="45660" y2="954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542" y="732858"/>
            <a:ext cx="2524477" cy="250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5CA239-561D-B457-2C0A-EC3907AD3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32" b="96241" l="2602" r="97770">
                        <a14:foregroundMark x1="23420" y1="10526" x2="23420" y2="10526"/>
                        <a14:foregroundMark x1="30855" y1="7519" x2="30855" y2="7519"/>
                        <a14:foregroundMark x1="46468" y1="2632" x2="46468" y2="2632"/>
                        <a14:foregroundMark x1="6691" y1="30827" x2="6691" y2="30827"/>
                        <a14:foregroundMark x1="21933" y1="15414" x2="21933" y2="15414"/>
                        <a14:foregroundMark x1="95911" y1="37594" x2="95911" y2="37594"/>
                        <a14:foregroundMark x1="97770" y1="51128" x2="97770" y2="51880"/>
                        <a14:foregroundMark x1="89963" y1="75188" x2="89963" y2="75188"/>
                        <a14:foregroundMark x1="73606" y1="90226" x2="73606" y2="90226"/>
                        <a14:foregroundMark x1="65056" y1="93985" x2="65056" y2="93985"/>
                        <a14:foregroundMark x1="43123" y1="96241" x2="43123" y2="96241"/>
                        <a14:foregroundMark x1="26766" y1="90977" x2="26766" y2="90977"/>
                        <a14:foregroundMark x1="14498" y1="80451" x2="14498" y2="80451"/>
                        <a14:foregroundMark x1="14126" y1="77820" x2="14126" y2="77820"/>
                        <a14:foregroundMark x1="10781" y1="72180" x2="10781" y2="72180"/>
                        <a14:foregroundMark x1="9294" y1="67293" x2="9294" y2="67293"/>
                        <a14:foregroundMark x1="6320" y1="53383" x2="6320" y2="53383"/>
                        <a14:foregroundMark x1="5204" y1="45113" x2="5204" y2="45113"/>
                        <a14:foregroundMark x1="5204" y1="50376" x2="5204" y2="50376"/>
                        <a14:foregroundMark x1="5948" y1="39474" x2="5948" y2="39474"/>
                        <a14:foregroundMark x1="4833" y1="39474" x2="4833" y2="39474"/>
                        <a14:foregroundMark x1="2602" y1="45865" x2="2602" y2="45865"/>
                        <a14:foregroundMark x1="39033" y1="93985" x2="39033" y2="939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770" y="704279"/>
            <a:ext cx="2562583" cy="2534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DF1ED-8A83-25E5-C154-15DAB2E45D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062" y="475457"/>
            <a:ext cx="2524477" cy="2514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D2A250-2A52-3E6D-9D35-168B4CE47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154" b="97308" l="1521" r="97719">
                        <a14:foregroundMark x1="29658" y1="5769" x2="29658" y2="5769"/>
                        <a14:foregroundMark x1="9886" y1="24231" x2="9886" y2="24231"/>
                        <a14:foregroundMark x1="7605" y1="27692" x2="7605" y2="27692"/>
                        <a14:foregroundMark x1="4183" y1="35385" x2="4183" y2="35385"/>
                        <a14:foregroundMark x1="2662" y1="46923" x2="2662" y2="46923"/>
                        <a14:foregroundMark x1="67300" y1="13077" x2="39163" y2="21538"/>
                        <a14:foregroundMark x1="39163" y1="21538" x2="53992" y2="6923"/>
                        <a14:foregroundMark x1="53992" y1="6923" x2="73384" y2="8846"/>
                        <a14:foregroundMark x1="73384" y1="8846" x2="87833" y2="21923"/>
                        <a14:foregroundMark x1="87833" y1="21923" x2="97719" y2="44615"/>
                        <a14:foregroundMark x1="97719" y1="44615" x2="93536" y2="68077"/>
                        <a14:foregroundMark x1="93536" y1="68077" x2="80989" y2="86154"/>
                        <a14:foregroundMark x1="80989" y1="86154" x2="60076" y2="96538"/>
                        <a14:foregroundMark x1="60076" y1="96538" x2="37643" y2="96538"/>
                        <a14:foregroundMark x1="37643" y1="96538" x2="50190" y2="80000"/>
                        <a14:foregroundMark x1="50190" y1="80000" x2="68061" y2="68462"/>
                        <a14:foregroundMark x1="68061" y1="68462" x2="80228" y2="42308"/>
                        <a14:foregroundMark x1="80228" y1="42308" x2="92015" y2="71538"/>
                        <a14:foregroundMark x1="92015" y1="71538" x2="77186" y2="31538"/>
                        <a14:foregroundMark x1="77186" y1="31538" x2="50570" y2="12308"/>
                        <a14:foregroundMark x1="50570" y1="12308" x2="27376" y2="15769"/>
                        <a14:foregroundMark x1="27376" y1="15769" x2="45627" y2="3462"/>
                        <a14:foregroundMark x1="45627" y1="3462" x2="61217" y2="14231"/>
                        <a14:foregroundMark x1="61217" y1="14231" x2="53232" y2="35385"/>
                        <a14:foregroundMark x1="53232" y1="35385" x2="66540" y2="56538"/>
                        <a14:foregroundMark x1="66540" y1="56538" x2="81749" y2="28846"/>
                        <a14:foregroundMark x1="81749" y1="28846" x2="44867" y2="46154"/>
                        <a14:foregroundMark x1="44867" y1="46154" x2="68441" y2="45000"/>
                        <a14:foregroundMark x1="95817" y1="37308" x2="95817" y2="37308"/>
                        <a14:foregroundMark x1="97719" y1="58077" x2="97719" y2="58077"/>
                        <a14:foregroundMark x1="2281" y1="52692" x2="2281" y2="52692"/>
                        <a14:foregroundMark x1="3042" y1="58846" x2="3042" y2="58846"/>
                        <a14:foregroundMark x1="6844" y1="64231" x2="6844" y2="64231"/>
                        <a14:foregroundMark x1="4563" y1="66538" x2="4563" y2="66538"/>
                        <a14:foregroundMark x1="8745" y1="69615" x2="8745" y2="69615"/>
                        <a14:foregroundMark x1="12167" y1="74615" x2="12167" y2="74615"/>
                        <a14:foregroundMark x1="12167" y1="79231" x2="12167" y2="79231"/>
                        <a14:foregroundMark x1="15589" y1="79231" x2="15589" y2="79231"/>
                        <a14:foregroundMark x1="14068" y1="83077" x2="14068" y2="83077"/>
                        <a14:foregroundMark x1="19392" y1="83077" x2="19392" y2="83077"/>
                        <a14:foregroundMark x1="22433" y1="87308" x2="22433" y2="87308"/>
                        <a14:foregroundMark x1="28897" y1="90769" x2="28897" y2="90769"/>
                        <a14:foregroundMark x1="30798" y1="93462" x2="30798" y2="93462"/>
                        <a14:foregroundMark x1="34601" y1="93462" x2="34601" y2="93462"/>
                        <a14:foregroundMark x1="32700" y1="95000" x2="32700" y2="95000"/>
                        <a14:foregroundMark x1="46768" y1="97692" x2="46768" y2="97692"/>
                        <a14:foregroundMark x1="69962" y1="5385" x2="69962" y2="5385"/>
                        <a14:foregroundMark x1="57795" y1="1154" x2="57795" y2="1154"/>
                        <a14:foregroundMark x1="44487" y1="1154" x2="44487" y2="1154"/>
                        <a14:foregroundMark x1="30418" y1="4231" x2="30418" y2="4231"/>
                        <a14:foregroundMark x1="23954" y1="9231" x2="23954" y2="9231"/>
                        <a14:backgroundMark x1="3802" y1="26538" x2="3802" y2="26538"/>
                        <a14:backgroundMark x1="1901" y1="31154" x2="1901" y2="31154"/>
                        <a14:backgroundMark x1="7224" y1="21923" x2="7224" y2="219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691" y="3209704"/>
            <a:ext cx="2505425" cy="2476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E06882-2BB1-9683-2FED-ADEE7B162C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042" y="732858"/>
            <a:ext cx="2524477" cy="24768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6E3C9F-AAE0-EA51-5AFC-27A23999A4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256" b="96992" l="0" r="97701">
                        <a14:foregroundMark x1="79693" y1="13534" x2="79693" y2="13534"/>
                        <a14:foregroundMark x1="79693" y1="10902" x2="79693" y2="10902"/>
                        <a14:foregroundMark x1="66667" y1="6391" x2="66667" y2="6391"/>
                        <a14:foregroundMark x1="52490" y1="2256" x2="52490" y2="2256"/>
                        <a14:foregroundMark x1="7280" y1="25564" x2="7280" y2="25564"/>
                        <a14:foregroundMark x1="1149" y1="46617" x2="1149" y2="46617"/>
                        <a14:foregroundMark x1="1916" y1="52632" x2="1916" y2="52632"/>
                        <a14:foregroundMark x1="3448" y1="60902" x2="3448" y2="60902"/>
                        <a14:foregroundMark x1="31418" y1="29699" x2="31418" y2="29699"/>
                        <a14:foregroundMark x1="90421" y1="22932" x2="90421" y2="22932"/>
                        <a14:foregroundMark x1="83908" y1="36842" x2="83908" y2="36842"/>
                        <a14:foregroundMark x1="96552" y1="63534" x2="96552" y2="63534"/>
                        <a14:foregroundMark x1="81992" y1="84962" x2="81992" y2="84962"/>
                        <a14:foregroundMark x1="70498" y1="92857" x2="70498" y2="92857"/>
                        <a14:foregroundMark x1="47126" y1="96992" x2="47126" y2="96992"/>
                        <a14:foregroundMark x1="46360" y1="5263" x2="46360" y2="5263"/>
                        <a14:foregroundMark x1="24521" y1="12782" x2="24521" y2="12782"/>
                        <a14:foregroundMark x1="9579" y1="29699" x2="9579" y2="29699"/>
                        <a14:foregroundMark x1="8812" y1="30075" x2="8812" y2="30075"/>
                        <a14:foregroundMark x1="6513" y1="35714" x2="6513" y2="35714"/>
                        <a14:foregroundMark x1="5364" y1="39850" x2="4981" y2="40226"/>
                        <a14:foregroundMark x1="52107" y1="3383" x2="28352" y2="9023"/>
                        <a14:foregroundMark x1="28352" y1="9023" x2="13027" y2="24060"/>
                        <a14:foregroundMark x1="13027" y1="24060" x2="7663" y2="74060"/>
                        <a14:foregroundMark x1="7663" y1="74060" x2="22989" y2="89098"/>
                        <a14:foregroundMark x1="22989" y1="89098" x2="41762" y2="97368"/>
                        <a14:foregroundMark x1="41762" y1="97368" x2="63985" y2="95489"/>
                        <a14:foregroundMark x1="63985" y1="95489" x2="80077" y2="83083"/>
                        <a14:foregroundMark x1="80077" y1="83083" x2="86590" y2="69925"/>
                        <a14:foregroundMark x1="47126" y1="2632" x2="27969" y2="9398"/>
                        <a14:foregroundMark x1="27969" y1="9398" x2="9962" y2="24812"/>
                        <a14:foregroundMark x1="9962" y1="24812" x2="2682" y2="45865"/>
                        <a14:foregroundMark x1="2682" y1="45865" x2="17241" y2="78571"/>
                        <a14:foregroundMark x1="17241" y1="78571" x2="31801" y2="90977"/>
                        <a14:foregroundMark x1="31801" y1="90977" x2="56322" y2="94737"/>
                        <a14:foregroundMark x1="56322" y1="94737" x2="91954" y2="71805"/>
                        <a14:foregroundMark x1="91954" y1="71805" x2="97701" y2="52256"/>
                        <a14:foregroundMark x1="97701" y1="52256" x2="96169" y2="32707"/>
                        <a14:foregroundMark x1="96169" y1="32707" x2="80077" y2="18797"/>
                        <a14:foregroundMark x1="80077" y1="18797" x2="59004" y2="36842"/>
                        <a14:foregroundMark x1="85824" y1="81203" x2="85824" y2="81203"/>
                        <a14:foregroundMark x1="85057" y1="83083" x2="85057" y2="83083"/>
                        <a14:foregroundMark x1="78927" y1="88346" x2="78927" y2="88346"/>
                        <a14:foregroundMark x1="5364" y1="60526" x2="5364" y2="60526"/>
                        <a14:foregroundMark x1="3831" y1="63910" x2="3831" y2="63910"/>
                        <a14:foregroundMark x1="3065" y1="34211" x2="3065" y2="34211"/>
                        <a14:foregroundMark x1="16475" y1="16165" x2="16475" y2="16165"/>
                        <a14:foregroundMark x1="66667" y1="5263" x2="66667" y2="5263"/>
                        <a14:foregroundMark x1="63985" y1="5639" x2="63985" y2="5639"/>
                        <a14:foregroundMark x1="71264" y1="7143" x2="71264" y2="7143"/>
                        <a14:foregroundMark x1="85824" y1="16541" x2="85824" y2="165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86" y="894996"/>
            <a:ext cx="2486372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6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Rosalio GLclio</dc:creator>
  <cp:lastModifiedBy>Rosalio GLclio</cp:lastModifiedBy>
  <cp:revision>1</cp:revision>
  <dcterms:created xsi:type="dcterms:W3CDTF">2025-12-19T06:49:17Z</dcterms:created>
  <dcterms:modified xsi:type="dcterms:W3CDTF">2025-12-19T07:09:17Z</dcterms:modified>
</cp:coreProperties>
</file>